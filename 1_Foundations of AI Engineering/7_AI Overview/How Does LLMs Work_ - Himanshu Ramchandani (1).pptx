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Montserrat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7807fa4a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7807fa4a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eba6c04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eba6c04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eba6c04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eba6c04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861f0350b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861f0350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b05364a0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b05364a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b05364a0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b05364a0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b05364a0a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b05364a0a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b05364a0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b05364a0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b05364a0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b05364a0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b05364a0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b05364a0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807fa4ab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807fa4a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807fa4ab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7807fa4a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807fa4ab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807fa4ab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807fa4ab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7807fa4ab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f03f2750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f03f2750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f03f2750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f03f2750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f03f2750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0f03f2750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f03f2750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0f03f2750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b05364a0a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b05364a0a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b05364a0a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b05364a0a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b05364a0a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b05364a0a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gif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91725" y="802300"/>
            <a:ext cx="889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Do LLMs Work?</a:t>
            </a:r>
            <a:endParaRPr sz="6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91725" y="1910500"/>
            <a:ext cx="7621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Unveiling the Magic Behind GPT: A Deep Dive into Language Models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050" y="3078900"/>
            <a:ext cx="1558799" cy="15587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524825" y="3338850"/>
            <a:ext cx="26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Himanshu Ramchandani</a:t>
            </a:r>
            <a:endParaRPr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8925" y="3739050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3078175" y="3739050"/>
            <a:ext cx="155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Microsoft MVP</a:t>
            </a:r>
            <a:endParaRPr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691725" y="1952525"/>
            <a:ext cx="7621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91725" y="404475"/>
            <a:ext cx="3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Himanshu Ramchandani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85050" y="1033275"/>
            <a:ext cx="76215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Agenda</a:t>
            </a:r>
            <a:endParaRPr sz="3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Problem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Neuron, Neural Network, CNN, RNN, Transformers</a:t>
            </a:r>
            <a:b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What exactly is GPT?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LLM response V/S normal Google search?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What are LLM parameters and tokens?</a:t>
            </a:r>
            <a:b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Does GPT get better over time?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How Does ChatGPT Work?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691725" y="1027150"/>
            <a:ext cx="7621500" cy="3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Problem 2025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 major challenges businesses face with AI right now: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estimating and demonstrating AI value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lack of talent/skills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91725" y="404475"/>
            <a:ext cx="3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Himanshu Ramchandani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550" y="152400"/>
            <a:ext cx="721690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721475" y="253900"/>
            <a:ext cx="7621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Neuron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88" y="1392900"/>
            <a:ext cx="7478824" cy="35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721475" y="253900"/>
            <a:ext cx="7621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Neural Networks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463" y="1204650"/>
            <a:ext cx="6567076" cy="38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671900" y="333175"/>
            <a:ext cx="7621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CNN (Convolutional Neural Network)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5975"/>
            <a:ext cx="8737531" cy="370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/>
        </p:nvSpPr>
        <p:spPr>
          <a:xfrm>
            <a:off x="721475" y="253900"/>
            <a:ext cx="7621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RNN (Recurrent Neural Network)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21" title="rn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9600"/>
            <a:ext cx="8743018" cy="386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691725" y="1155750"/>
            <a:ext cx="76215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Attention Mechanism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Himanshu</a:t>
            </a: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an AI consultant.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 </a:t>
            </a: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going to solve your problems.“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513350" y="1948575"/>
            <a:ext cx="7621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Transformers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769" y="0"/>
            <a:ext cx="365023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/>
        </p:nvSpPr>
        <p:spPr>
          <a:xfrm>
            <a:off x="691725" y="1027150"/>
            <a:ext cx="76215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exactly is GPT?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6985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Generative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698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Pre-Trained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698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Transformer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691725" y="404475"/>
            <a:ext cx="3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Himanshu Ramchandani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0475" y="1745600"/>
            <a:ext cx="4991874" cy="332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761250" y="1736050"/>
            <a:ext cx="8089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LLM response is different from a normal Google search?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691725" y="1022400"/>
            <a:ext cx="4002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LLM parameters and tokens?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4225" y="874425"/>
            <a:ext cx="3492825" cy="4002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691725" y="1155750"/>
            <a:ext cx="7621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GPT get better over time?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-"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GPT-3 was trained on 500 Billion tokens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-"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175 billion parameters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691725" y="1155750"/>
            <a:ext cx="7621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Does ChatGPT Work?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691725" y="404475"/>
            <a:ext cx="3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Himanshu Ramchandani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08550"/>
            <a:ext cx="8839199" cy="2498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/>
        </p:nvSpPr>
        <p:spPr>
          <a:xfrm>
            <a:off x="691725" y="1155750"/>
            <a:ext cx="76215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does ChatGPT generate human-like responses?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the capital of India?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the capital of China?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Response &gt;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the capital of India?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the capital of China?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the capital of Sri Lanka?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691725" y="404475"/>
            <a:ext cx="3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Himanshu Ramchandani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/>
        </p:nvSpPr>
        <p:spPr>
          <a:xfrm>
            <a:off x="691725" y="850950"/>
            <a:ext cx="76215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So, ChatGPT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ChatGPT does not know anything.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does not have self-awareness.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does not have consciousness.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/>
        </p:nvSpPr>
        <p:spPr>
          <a:xfrm>
            <a:off x="691725" y="774750"/>
            <a:ext cx="76215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Pointers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LLMs will always start fresh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LLMs do not improve with use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get a better response, you must adapt to LLM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/>
        </p:nvSpPr>
        <p:spPr>
          <a:xfrm>
            <a:off x="691725" y="602000"/>
            <a:ext cx="76215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 Your Presence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What is the main difference between a Google Search and an LLM like ChatGPT?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What does the “T” in GPT stand for, and why is it important?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True or False: ChatGPT learns and improves every time you chat with it.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/>
        </p:nvSpPr>
        <p:spPr>
          <a:xfrm>
            <a:off x="691725" y="1155750"/>
            <a:ext cx="84522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I can help you?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Dextar - AI Engineering &amp; Consulting Services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are a leader? —join the Elite - an AI Leadership Accelerator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Engineering Bootcamp - AI Engineer HQ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Training for Enterprise - MasterDexter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 Newsletter - Actionable tips to boost your AI intuition.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691725" y="404475"/>
            <a:ext cx="3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Himanshu Ramchandani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/>
        </p:nvSpPr>
        <p:spPr>
          <a:xfrm>
            <a:off x="680050" y="852500"/>
            <a:ext cx="7621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Questions?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0" name="Google Shape;1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150" y="955675"/>
            <a:ext cx="4884854" cy="32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4"/>
          <p:cNvSpPr txBox="1"/>
          <p:nvPr/>
        </p:nvSpPr>
        <p:spPr>
          <a:xfrm>
            <a:off x="680050" y="3361375"/>
            <a:ext cx="26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Himanshu Ramchandani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150" y="3761575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4"/>
          <p:cNvSpPr txBox="1"/>
          <p:nvPr/>
        </p:nvSpPr>
        <p:spPr>
          <a:xfrm>
            <a:off x="1233400" y="3761575"/>
            <a:ext cx="155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Microsoft MVP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